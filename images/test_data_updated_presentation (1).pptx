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"/>
            <a:ext cx="4114800" cy="6293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Works as advertised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"/>
            <a:ext cx="4114800" cy="41302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Skin felt tightened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