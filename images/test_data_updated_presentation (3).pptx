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46" y="457200"/>
            <a:ext cx="2391507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1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7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049" y="457200"/>
            <a:ext cx="3643901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1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7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