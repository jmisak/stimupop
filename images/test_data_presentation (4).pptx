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8"/>
    <p:sldId id="259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38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9568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Verdana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Verdana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2</cp:revision>
  <dcterms:created xsi:type="dcterms:W3CDTF">2013-01-27T09:14:16Z</dcterms:created>
  <dcterms:modified xsi:type="dcterms:W3CDTF">2026-01-13T14:27:24Z</dcterms:modified>
  <cp:category/>
</cp:coreProperties>
</file>