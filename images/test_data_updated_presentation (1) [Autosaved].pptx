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25" d="100"/>
          <a:sy n="25" d="100"/>
        </p:scale>
        <p:origin x="2299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758763"/>
            <a:ext cx="2057400" cy="31466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Works as advertised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"/>
            <a:ext cx="4114800" cy="41302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Skin felt tightened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2</cp:revision>
  <dcterms:created xsi:type="dcterms:W3CDTF">2013-01-27T09:14:16Z</dcterms:created>
  <dcterms:modified xsi:type="dcterms:W3CDTF">2026-01-18T15:04:52Z</dcterms:modified>
  <cp:category/>
</cp:coreProperties>
</file>