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3504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409700"/>
            <a:ext cx="2533650" cy="3381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59568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Eslee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</Words>
  <Application>Microsoft Office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Misak</dc:creator>
  <cp:keywords/>
  <dc:description>generated using python-pptx</dc:description>
  <cp:lastModifiedBy>John Misak</cp:lastModifiedBy>
  <cp:revision>3</cp:revision>
  <dcterms:created xsi:type="dcterms:W3CDTF">2013-01-27T09:14:16Z</dcterms:created>
  <dcterms:modified xsi:type="dcterms:W3CDTF">2026-01-18T15:04:41Z</dcterms:modified>
  <cp:category/>
</cp:coreProperties>
</file>