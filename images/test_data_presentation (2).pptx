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57200"/>
            <a:ext cx="3200400" cy="489472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800" b="1" i="0">
                <a:solidFill>
                  <a:srgbClr val="000000"/>
                </a:solidFill>
                <a:latin typeface="Calibri"/>
              </a:rPr>
              <a:t>Eslee Lauder</a:t>
            </a:r>
          </a:p>
          <a:p>
            <a:pPr algn="ctr">
              <a:spcAft>
                <a:spcPts val="1200"/>
              </a:spcAft>
            </a:pPr>
            <a:r>
              <a:rPr sz="1600" b="0" i="1">
                <a:solidFill>
                  <a:srgbClr val="000000"/>
                </a:solidFill>
                <a:latin typeface="Calibri"/>
              </a:rPr>
              <a:t>Advanced Night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A light, easily applied serum for wrinkle reduction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Works as advertised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57200"/>
            <a:ext cx="3200400" cy="32124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800" b="1" i="0">
                <a:solidFill>
                  <a:srgbClr val="000000"/>
                </a:solidFill>
                <a:latin typeface="Calibri"/>
              </a:rPr>
              <a:t>Eslee Lauder</a:t>
            </a:r>
          </a:p>
          <a:p>
            <a:pPr algn="ctr">
              <a:spcAft>
                <a:spcPts val="1200"/>
              </a:spcAft>
            </a:pPr>
            <a:r>
              <a:rPr sz="1600" b="0" i="1">
                <a:solidFill>
                  <a:srgbClr val="000000"/>
                </a:solidFill>
                <a:latin typeface="Calibri"/>
              </a:rPr>
              <a:t>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Daily hyalauronic acid 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Skin felt tightened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